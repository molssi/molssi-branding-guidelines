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A6BED-EB9E-2C4B-9196-01881235C44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2F52C-2B6C-964D-8A0B-3313C6887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0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2F52C-2B6C-964D-8A0B-3313C68879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4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26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9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0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9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4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9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8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4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red gears and numbers&#10;&#10;Description automatically generated">
            <a:extLst>
              <a:ext uri="{FF2B5EF4-FFF2-40B4-BE49-F238E27FC236}">
                <a16:creationId xmlns:a16="http://schemas.microsoft.com/office/drawing/2014/main" id="{731EA562-1378-A13F-8B3F-D164EBAB9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71" y="846512"/>
            <a:ext cx="7680258" cy="51649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75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driver interface&#10;&#10;Description automatically generated">
            <a:extLst>
              <a:ext uri="{FF2B5EF4-FFF2-40B4-BE49-F238E27FC236}">
                <a16:creationId xmlns:a16="http://schemas.microsoft.com/office/drawing/2014/main" id="{9E9212D5-8160-9227-0A55-CC949BA9C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73" y="945549"/>
            <a:ext cx="7304254" cy="496690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61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A8F5F6AE-E71E-918C-6CDF-862CE1CD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338" y="318612"/>
            <a:ext cx="5917324" cy="622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9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</TotalTime>
  <Words>1</Words>
  <Application>Microsoft Macintosh PowerPoint</Application>
  <PresentationFormat>On-screen Show (4:3)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Jing</dc:creator>
  <cp:lastModifiedBy>Chen, Jing</cp:lastModifiedBy>
  <cp:revision>2</cp:revision>
  <dcterms:created xsi:type="dcterms:W3CDTF">2023-09-18T16:38:52Z</dcterms:created>
  <dcterms:modified xsi:type="dcterms:W3CDTF">2023-09-18T18:02:30Z</dcterms:modified>
</cp:coreProperties>
</file>