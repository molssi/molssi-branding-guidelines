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</p:sldIdLst>
  <p:sldSz cx="12188825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36" d="100"/>
          <a:sy n="136" d="100"/>
        </p:scale>
        <p:origin x="21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603" y="823066"/>
            <a:ext cx="9141619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603" y="2641495"/>
            <a:ext cx="9141619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859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78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633" y="1253808"/>
            <a:ext cx="10512862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633" y="3365607"/>
            <a:ext cx="10512862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75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84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7982" y="1338792"/>
            <a:ext cx="5180251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592" y="1338792"/>
            <a:ext cx="5180251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07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69" y="267758"/>
            <a:ext cx="10512862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570" y="1232853"/>
            <a:ext cx="5156444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570" y="1837055"/>
            <a:ext cx="5156444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0593" y="1232853"/>
            <a:ext cx="518183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593" y="1837055"/>
            <a:ext cx="5181838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54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0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15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335280"/>
            <a:ext cx="3931213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838" y="724112"/>
            <a:ext cx="6170593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1508760"/>
            <a:ext cx="3931213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42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570" y="335280"/>
            <a:ext cx="3931213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1838" y="724112"/>
            <a:ext cx="6170593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570" y="1508760"/>
            <a:ext cx="3931213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48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825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2628" y="267758"/>
            <a:ext cx="2628215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7982" y="267758"/>
            <a:ext cx="7732286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7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7982" y="267758"/>
            <a:ext cx="10512862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7982" y="1338792"/>
            <a:ext cx="10512862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7982" y="4661324"/>
            <a:ext cx="2742486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0FB81-344E-BE49-A517-44A3957EF9C0}" type="datetimeFigureOut">
              <a:rPr lang="en-US" smtClean="0"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7549" y="4661324"/>
            <a:ext cx="4113728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08357" y="4661324"/>
            <a:ext cx="2742486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5EF00-CDEA-E442-A542-894940672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110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red gears and numbers&#10;&#10;Description automatically generated">
            <a:extLst>
              <a:ext uri="{FF2B5EF4-FFF2-40B4-BE49-F238E27FC236}">
                <a16:creationId xmlns:a16="http://schemas.microsoft.com/office/drawing/2014/main" id="{731EA562-1378-A13F-8B3F-D164EBAB9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063" y="25443"/>
            <a:ext cx="7402700" cy="497831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10750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for a driver interface&#10;&#10;Description automatically generated">
            <a:extLst>
              <a:ext uri="{FF2B5EF4-FFF2-40B4-BE49-F238E27FC236}">
                <a16:creationId xmlns:a16="http://schemas.microsoft.com/office/drawing/2014/main" id="{9E9212D5-8160-9227-0A55-CC949BA9C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047" y="-270933"/>
            <a:ext cx="8192732" cy="557106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5614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text and symbols&#10;&#10;Description automatically generated with medium confidence">
            <a:extLst>
              <a:ext uri="{FF2B5EF4-FFF2-40B4-BE49-F238E27FC236}">
                <a16:creationId xmlns:a16="http://schemas.microsoft.com/office/drawing/2014/main" id="{A8F5F6AE-E71E-918C-6CDF-862CE1CD1E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9130" y="164688"/>
            <a:ext cx="4470563" cy="469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91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</TotalTime>
  <Words>0</Words>
  <Application>Microsoft Macintosh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Chen, Jing</dc:creator>
  <cp:lastModifiedBy>Chen, Jing</cp:lastModifiedBy>
  <cp:revision>1</cp:revision>
  <dcterms:created xsi:type="dcterms:W3CDTF">2023-09-18T16:38:52Z</dcterms:created>
  <dcterms:modified xsi:type="dcterms:W3CDTF">2023-09-18T17:58:32Z</dcterms:modified>
</cp:coreProperties>
</file>